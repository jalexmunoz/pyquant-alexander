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14161E"/>
                </a:solidFill>
              </a:rPr>
              <a:t>PyQuant Alexander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787E8C"/>
                </a:solidFill>
              </a:rPr>
              <a:t>Quant + AI crypto risk engine • v0.1 Shadow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Alexander Muñoz •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 it is (one sentence)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 modular Python system that turns market + derivatives + liquidity signals into a daily Crypto Composite Exit Score (CES) and clear risk actions (hold / reduce / exit).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Runs in Shadow Mode first (signals only), then upgrades to automated execution with full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789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9728" cy="14630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9377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Stop “vibes-based trading”. Keep the upside, avoid getting wrecked on regime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The pain we’re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Crypto moves fast: emotions move faster → bad entries, late exits, overtrading.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Data is scattered across apps; decisions aren’t consistent or auditable.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 is usually an afterthought (until the drawdown punches you in the face).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Most “strategies” look great… until the market changes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Design principle: risk-first, systematic, measurable, repeatable.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 single daily decision engine for BTC/ETH/SOL (+ selected alts).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Clear playbook: score → action → execution → log → review → improve.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Capital preservation first: avoid big drawdowns, survive long enough to win.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Build it like a product: modular code, tests, documentation, deployable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48640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Long-term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08076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From personal system → investor-ready framework (dashboards + automation + governance).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How it works (step-by-step)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1)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Price, volume, derivatives, liquidity</a:t>
            </a:r>
            <a:br/>
            <a:r>
              <a:t>(TradingView / exchanges / macro feeds)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63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2)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SMA 50/200, RSI, ATR20,</a:t>
            </a:r>
            <a:br/>
            <a:r>
              <a:t>cycle + liquidity + sentiment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3) CES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12-indicator score</a:t>
            </a:r>
            <a:br/>
            <a:r>
              <a:t>(+ aggressive thresholds)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74320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4) Signal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Map score to actions:</a:t>
            </a:r>
            <a:br/>
            <a:r>
              <a:t>hold / reduce / exit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5)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Today: manual (Phemex/BingX)</a:t>
            </a:r>
            <a:br/>
            <a:r>
              <a:t>Tomorrow: API 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6) Audit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07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trade_log.py + analytics</a:t>
            </a:r>
            <a:br/>
            <a:r>
              <a:t>backtests +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64592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982F5"/>
                </a:solidFill>
              </a:defRPr>
            </a:pPr>
            <a:r>
              <a:t>Flow order:</a:t>
            </a:r>
            <a:br/>
            <a:r>
              <a:t>1 → 2 → 3 → 4 → 5 → 6</a:t>
            </a:r>
          </a:p>
          <a:p>
            <a:pPr>
              <a:defRPr sz="1600">
                <a:solidFill>
                  <a:srgbClr val="14161E"/>
                </a:solidFill>
              </a:defRPr>
            </a:pPr>
            <a:r>
              <a:t>Everything is logged so we can backtest, measure, and iterate.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CES: the 12-indicator composite (examples)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9728" cy="19202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Trend &amp;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SMA 50/200 regime</a:t>
            </a:r>
            <a:br/>
            <a:r>
              <a:t>• RSI</a:t>
            </a:r>
            <a:br/>
            <a:r>
              <a:t>• Price structure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Volatility &amp;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ATR20 / volatility spikes</a:t>
            </a:r>
            <a:br/>
            <a:r>
              <a:t>• Risk-off triggers</a:t>
            </a:r>
            <a:br/>
            <a:r>
              <a:t>• Exposure caps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Cycle / bubble proxies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23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Pi-Cycle style signals</a:t>
            </a:r>
            <a:br/>
            <a:r>
              <a:t>• Mayer Multiple</a:t>
            </a:r>
            <a:br/>
            <a:r>
              <a:t>• Overheat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429000"/>
            <a:ext cx="109728" cy="19202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Liquidity &amp; 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M2 / liquidity pulse</a:t>
            </a:r>
            <a:br/>
            <a:r>
              <a:t>• Options: put/call &amp; skew</a:t>
            </a:r>
            <a:br/>
            <a:r>
              <a:t>• Flows (ETF / net flows)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Note: indicator set is modular—each signal is a plug-in with weights + thresholds.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From score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0–39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Risk-on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Hold / add (if plan allows)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40–59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Neutral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0604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Hold, tighten risk, no hero trades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60–74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661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Risk-off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6616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Reduce exposure, raise stops, de-lever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75–100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26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Exit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52628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Exit / hedge, protect capital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692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66928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521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Output format (daily alert)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26364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CES score + top drivers + recommended action + suggested levels (stops/targets/DCA ladder).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Risk controls (non‑negotiables)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Drawdown checks: max drawdown + rolling max drawdown (trajectory risk).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Position sizing rules: caps per asset + portfolio exposure limits.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Execution guardrails: OCO / stops, invalidation levels, de-lever triggers.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Trade pauses during volatility events (avoid trading in chaos).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Everything is logged (audit trail) → analysis and iterative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If the system says “risk-off”, we listen. Ego doesn’t get a vote.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 we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CES concept + aggressive thresholds defined (12-indicator composite).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Shadow Mode workflow: signals → you execute manually on exchange (Phemex/BingX).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Logging pipeline (trade_log.py) to keep an auditable history for later analysis.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Core indicator set (SMA50/200, RSI, ATR20, cycle/liquidity proxies) in progress as reusable modules.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Automation-style daily alerts (score + drivers + action) as the target output format.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2356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62356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8064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Current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21792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Freeze v0.1-shadow-beta, clean repo, and ship a stable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What’s missing (gap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Reliable data layer: validation, caching, rate-limits, missing data handling.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Backtesting engine: walk-forward, regime filters, transaction cost modeling.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 module hardening: rolling drawdown rules + exposure reduction logic.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Execution automation: exchange APIs + failsafes + dry-run mode.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Portfolio layer: allocation, rebalancing, DCA ladder manager.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Docs + tests + CI (GitHub) so this doesn’t become a “works on my machine” museum.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Translation: we’ve built the brain; now we need muscles, nerves, and seatbelts.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9728" cy="141732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1 — v0.1 (Now): Stabilize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Freeze shadow mode • GitHub repo • consistent daily run • clean trade log • dashboard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2 — v0.2: Prove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Backtesting + walk-forward • drawdown guardrails • indicator weights calibration • KPI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109728" cy="141732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3 — v0.3 → v1.0: Automate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Exchange API execution • portfolio allocator • alerting + incident handling • investor-ready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Success metrics (what we will measure)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Max drawdown reduction vs. benchmark (VOO-style discipline, but in crypto).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Risk-adjusted performance: Sharpe/Sortino + volatility control.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Signal quality: fewer false exits + fewer late exits (precision/recall).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Operational reliability: daily run success rate + alert delivery rate.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Audit completeness: % of trades logged + reasons captured (drivers).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If we can’t measure it, it’s just a motivational quote.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Demo / screenshots (drop your images here)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CES dashboard (Streamlit)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TradingView layout / signal panel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749039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319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trade_log.py / analytics 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Next steps (action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Freeze v0.1-shadow-beta and push to GitHub (clean structure + README).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Define the CES truth table: indicator → signal → score impact → threshold.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Add drawdown module (max DD + rolling max DD) as a hard gate.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Standardize alert format (short, actionable) + choose channels (email/Telegram).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Start a 90‑day Shadow Mode evaluation: log outcomes, review weekly, iterate.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66928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8521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Rule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26364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Protect capital first. The market will always give another opportunity.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