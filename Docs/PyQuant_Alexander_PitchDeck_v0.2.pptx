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14161E"/>
                </a:solidFill>
              </a:rPr>
              <a:t>PyQuant Alexander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787E8C"/>
                </a:solidFill>
              </a:rPr>
              <a:t>Quant + AI crypto risk engine • v0.1 Shadow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Alexander Muñoz •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What it is (one sentence)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rPr sz="2000"/>
              <a:t>A modular Python system that turns market + derivatives + liquidity data into a risk-first decision engine: Composite Exit Score (CES) + clear actions (hold / reduce / exit).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rPr sz="2000"/>
              <a:t>Runs in Shadow Mode first (signals only), then upgrades to automated execution with a full audit trail — once backtests + track record prove it 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10789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9728" cy="146304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9377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492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Stop “vibes-based trading”. Keep the upside, avoid getting wrecked on regime shifts.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The pain we’re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Crypto moves fast: emotions move faster → bad entries, late exits, overtrading.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Data is scattered across apps; decisions aren’t consistent or auditable.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Risk is usually an afterthought (until the drawdown punches you in the face).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Most “strategies” look great… until the market changes regime.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Design principle: risk-first, systematic, measurable, repeatable.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A single daily decision engine for BTC/ETH/SOL (+ selected alts).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Clear playbook: score → action → execution → log → review → improve.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Capital preservation first: avoid big drawdowns, survive long enough to win.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Build it like a product: modular code, tests, documentation, deployable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48640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109728" cy="9144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6692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Long-term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08076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From personal system → investor-ready framework (dashboards + automation + governance).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How it works (step-by-step)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1) 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Price, volume, derivatives, liquidity</a:t>
            </a:r>
            <a:br/>
            <a:r>
              <a:t>(TradingView / exchanges / macro feeds)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463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5544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2) Indicators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847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SMA 50/200, RSI, ATR20,</a:t>
            </a:r>
            <a:br/>
            <a:r>
              <a:t>cycle + liquidity + sentiment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4320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3) CES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12-indicator score</a:t>
            </a:r>
            <a:br/>
            <a:r>
              <a:t>(+ aggressive thresholds)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74320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4) Signal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2724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Map score to actions:</a:t>
            </a:r>
            <a:br/>
            <a:r>
              <a:t>hold / reduce / exit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5)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074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Today: manual (Phemex/BingX)</a:t>
            </a:r>
            <a:br/>
            <a:r>
              <a:t>Tomorrow: API automation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0233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14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161E"/>
                </a:solidFill>
              </a:rPr>
              <a:t>6) Audit &amp;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074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E8C"/>
                </a:solidFill>
              </a:defRPr>
            </a:pPr>
            <a:r>
              <a:t>trade_log.py + analytics</a:t>
            </a:r>
            <a:br/>
            <a:r>
              <a:t>backtests +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64592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982F5"/>
                </a:solidFill>
              </a:defRPr>
            </a:pPr>
            <a:r>
              <a:t>Flow order:</a:t>
            </a:r>
            <a:br/>
            <a:r>
              <a:t>1 → 2 → 3 → 4 → 5 → 6</a:t>
            </a:r>
          </a:p>
          <a:p>
            <a:pPr>
              <a:defRPr sz="1600">
                <a:solidFill>
                  <a:srgbClr val="14161E"/>
                </a:solidFill>
              </a:defRPr>
            </a:pPr>
            <a:r>
              <a:t>Everything is logged so we can backtest, measure, and iterate.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CES: the 12-indicator composite (examples)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9728" cy="192024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630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Trend &amp;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74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• SMA 50/200 regime</a:t>
            </a:r>
            <a:br/>
            <a:r>
              <a:t>• RSI</a:t>
            </a:r>
            <a:br/>
            <a:r>
              <a:t>• Price structure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630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Volatility &amp;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74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• ATR20 / volatility spikes</a:t>
            </a:r>
            <a:br/>
            <a:r>
              <a:t>• Risk-off triggers</a:t>
            </a:r>
            <a:br/>
            <a:r>
              <a:t>• Exposure caps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2900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11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Cycle / bubble proxies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23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• Pi-Cycle style signals</a:t>
            </a:r>
            <a:br/>
            <a:r>
              <a:t>• Mayer Multiple</a:t>
            </a:r>
            <a:br/>
            <a:r>
              <a:t>• Overheat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2900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429000"/>
            <a:ext cx="109728" cy="192024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611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Liquidity &amp; sentiment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23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• M2 / liquidity pulse</a:t>
            </a:r>
            <a:br/>
            <a:r>
              <a:t>• Options: put/call &amp; skew</a:t>
            </a:r>
            <a:br/>
            <a:r>
              <a:t>• Flows (ETF / net flows)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Note: this indicator set is the *baseline*. Most signals are public; the edge comes from data quality, regime logic, execution discipline, and proprietary features we will research &amp; validate.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From score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982F5"/>
                </a:solidFill>
              </a:defRPr>
            </a:pPr>
            <a:r>
              <a:t>0–39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E"/>
                </a:solidFill>
              </a:defRPr>
            </a:pPr>
            <a:r>
              <a:t>Risk-on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61E"/>
                </a:solidFill>
              </a:defRPr>
            </a:pPr>
            <a:r>
              <a:t>Hold / add (if plan allows)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982F5"/>
                </a:solidFill>
              </a:defRPr>
            </a:pPr>
            <a:r>
              <a:t>40–59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06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E"/>
                </a:solidFill>
              </a:defRPr>
            </a:pPr>
            <a:r>
              <a:t>Neutral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0604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61E"/>
                </a:solidFill>
              </a:defRPr>
            </a:pPr>
            <a:r>
              <a:t>Hold, tighten risk, no hero trades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6616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982F5"/>
                </a:solidFill>
              </a:defRPr>
            </a:pPr>
            <a:r>
              <a:t>60–74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56616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E"/>
                </a:solidFill>
              </a:defRPr>
            </a:pPr>
            <a:r>
              <a:t>Risk-off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56616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61E"/>
                </a:solidFill>
              </a:defRPr>
            </a:pPr>
            <a:r>
              <a:t>Reduce exposure, raise stops, de-lever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4340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982F5"/>
                </a:solidFill>
              </a:defRPr>
            </a:pPr>
            <a:r>
              <a:t>75–100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526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E"/>
                </a:solidFill>
              </a:defRPr>
            </a:pPr>
            <a:r>
              <a:t>Exit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52628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61E"/>
                </a:solidFill>
              </a:defRPr>
            </a:pPr>
            <a:r>
              <a:t>Exit / hedge, protect capital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692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5669280"/>
            <a:ext cx="109728" cy="9144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8521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Output format (daily alert)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626364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CES score + top drivers + recommended action + suggested levels (stops/targets/DCA ladder).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Risk controls (non‑negotiables)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Drawdown checks: max drawdown + rolling max drawdown (trajectory risk).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Position sizing rules: caps per asset + portfolio exposure limits.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Execution guardrails: OCO / stops, invalidation levels, de-lever triggers.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Trade pauses during volatility events (avoid trading in chaos).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Everything is logged (audit trail) → analysis and iterative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If the system says “risk-off”, we listen. Ego doesn’t get a vote.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What we have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CES concept + aggressive thresholds defined (12-indicator composite).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Shadow Mode workflow: signals → you execute manually on exchange (Phemex/BingX).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Logging pipeline (trade_log.py) to keep an auditable history for later analysis.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Core indicator set (SMA50/200, RSI, ATR20, cycle/liquidity proxies) in progress as reusable modules.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Automation-style daily alerts (score + drivers + action) as the target output format.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2356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623560"/>
            <a:ext cx="109728" cy="9144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8064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Current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21792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Freeze v0.1-shadow-beta, clean repo, and ship a stable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What’s missing (gap list)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Reliable data layer: validation, caching, rate-limits, missing data handling.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Backtesting engine: walk-forward, regime filters, transaction cost modeling.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Risk module hardening: rolling drawdown rules + exposure reduction logic.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Execution automation: exchange APIs + failsafes + dry-run mode.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Portfolio layer: allocation, rebalancing, DCA ladder manager.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Docs + tests + CI (GitHub) so this doesn’t become a “works on my machine” museum.</a:t>
            </a:r>
          </a:p>
          <a:p>
            <a:pPr/>
            <a:r>
              <a:rPr sz="1800"/>
              <a:t>Product lane decision: SaaS signals vs managed capital (each implies different tech, security, and compliance).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Translation: we’ve built the brain; now we need muscles, nerves, and seatbelts.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789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9728" cy="141732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Phase 1 — v0.1 (Now): Stabilize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Freeze shadow mode • GitHub repo • consistent daily run • clean trade log • dashboard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10789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Phase 2 — v0.2: Prove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576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Backtesting + walk-forward (incl. 2022 crash + 2023 chop) • drawdown guardrails • 90‑day Shadow Mode track record • KPI reporting (vs Hold)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63440"/>
            <a:ext cx="10789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109728" cy="141732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8463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Phase 3 — v0.3 → v1.0: Automate &amp;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578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Exchange API execution • portfolio allocator • alerting + incident handling • investor-ready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Success metrics (what we will measure)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Max drawdown reduction vs. benchmark (VOO-style discipline, but in crypto).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Risk-adjusted performance: Sharpe/Sortino + volatility control.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Signal quality: fewer false exits + fewer late exits (precision/recall).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Operational reliability: daily run success rate + alert delivery rate.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Audit completeness: % of trades logged + reasons captured (drivers).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787E8C"/>
                </a:solidFill>
              </a:rPr>
              <a:t>If we can’t measure it, it’s just a motivational quote.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Demo / screenshots (drop your images here)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E8C"/>
                </a:solidFill>
              </a:defRPr>
            </a:pPr>
            <a:r>
              <a:t>CES dashboard (Streamlit)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E8C"/>
                </a:solidFill>
              </a:defRPr>
            </a:pPr>
            <a:r>
              <a:t>TradingView layout / signal panel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749039"/>
            <a:ext cx="5303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93192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87E8C"/>
                </a:solidFill>
              </a:defRPr>
            </a:pPr>
            <a:r>
              <a:t>trade_log.py / analytics 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61E"/>
                </a:solidFill>
              </a:rPr>
              <a:t>Next steps (action list)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Freeze v0.1-shadow-beta and push to GitHub (clean structure + README).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Define the CES truth table: indicator → signal → score impact → threshold.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Add drawdown module (max DD + rolling max DD) as a hard gate.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Standardize alert format (short, actionable) + choose channels (email/Telegram).</a:t>
            </a:r>
          </a:p>
          <a:p>
            <a:pPr>
              <a:spcAft>
                <a:spcPts val="600"/>
              </a:spcAft>
              <a:defRPr sz="2200">
                <a:solidFill>
                  <a:srgbClr val="14161E"/>
                </a:solidFill>
              </a:defRPr>
            </a:pPr>
            <a:r>
              <a:t>Start a 90‑day Shadow Mode evaluation: log outcomes, review weekly, iterate.</a:t>
            </a:r>
          </a:p>
          <a:p>
            <a:pPr/>
            <a:r>
              <a:rPr sz="1800"/>
              <a:t>Decide the product lane (SaaS signals vs managed capital) and scope compliance/security from day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669280"/>
            <a:ext cx="109728" cy="914400"/>
          </a:xfrm>
          <a:prstGeom prst="rect">
            <a:avLst/>
          </a:prstGeom>
          <a:solidFill>
            <a:srgbClr val="39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8521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161E"/>
                </a:solidFill>
              </a:rPr>
              <a:t>Rule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26364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87E8C"/>
                </a:solidFill>
              </a:defRPr>
            </a:pPr>
            <a:r>
              <a:t>Protect capital first. The market will always give another opportunity.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Mentor feedback: brutal, but actionable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What to keep</a:t>
            </a:r>
          </a:p>
          <a:p>
            <a:pPr>
              <a:defRPr sz="1800"/>
            </a:pPr>
            <a:r>
              <a:t>Risk discipline: clear risk‑off rules where ego doesn’t vote.</a:t>
            </a:r>
          </a:p>
          <a:p>
            <a:pPr>
              <a:defRPr sz="1800"/>
            </a:pPr>
            <a:r>
              <a:t>Data mindset: you respect dirty data + rate limits (most people ignore this).</a:t>
            </a:r>
          </a:p>
          <a:p>
            <a:pPr>
              <a:defRPr sz="1800"/>
            </a:pPr>
            <a:r>
              <a:t>Audit trail: trade_log from day 1 is the right institutional instinct.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What to fix</a:t>
            </a:r>
          </a:p>
          <a:p>
            <a:pPr>
              <a:defRPr sz="1800"/>
            </a:pPr>
            <a:r>
              <a:t>Verdict today: not investible yet (still early-stage).</a:t>
            </a:r>
          </a:p>
          <a:p>
            <a:pPr>
              <a:defRPr sz="1800"/>
            </a:pPr>
            <a:r>
              <a:t>CES looks generic (public indicators): you must prove edge vs simple Hold.</a:t>
            </a:r>
          </a:p>
          <a:p>
            <a:pPr>
              <a:defRPr sz="1800"/>
            </a:pPr>
            <a:r>
              <a:t>Backtesting is a deal-breaker: walk‑forward + regime tests (2022 crash / 2023 chop).</a:t>
            </a:r>
          </a:p>
          <a:p>
            <a:pPr>
              <a:defRPr sz="1800"/>
            </a:pPr>
            <a:r>
              <a:t>Manual execution = human risk: connect exchange APIs + failsafes.</a:t>
            </a:r>
          </a:p>
          <a:p>
            <a:pPr>
              <a:defRPr sz="1800"/>
            </a:pPr>
            <a:r>
              <a:t>Decide the lane: SaaS signals vs managed capital (tech + legal path differs).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90‑day validation sprint (to become investor‑serious)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Plan</a:t>
            </a:r>
          </a:p>
          <a:p>
            <a:pPr>
              <a:defRPr sz="2000"/>
            </a:pPr>
            <a:r>
              <a:t>Weeks 1–2: Freeze v0.1 + clean repo + define CES truth table + logging standard.</a:t>
            </a:r>
          </a:p>
          <a:p>
            <a:pPr>
              <a:defRPr sz="2000"/>
            </a:pPr>
            <a:r>
              <a:t>Weeks 3–6: Build event‑driven backtest harness + transaction costs + slippage assumptions.</a:t>
            </a:r>
          </a:p>
          <a:p>
            <a:pPr>
              <a:defRPr sz="2000"/>
            </a:pPr>
            <a:r>
              <a:t>Weeks 7–10: Walk‑forward + regime labeling; test explicitly on 2022 drawdown and 2023 sideways.</a:t>
            </a:r>
          </a:p>
          <a:p>
            <a:pPr>
              <a:defRPr sz="2000"/>
            </a:pPr>
            <a:r>
              <a:t>Weeks 11–13: Run Shadow Mode daily + produce weekly reports (CES, actions, P&amp;L proxy, drawdown).</a:t>
            </a:r>
          </a:p>
          <a:p>
            <a:pPr>
              <a:defRPr sz="2000"/>
            </a:pPr>
            <a:r>
              <a:t>Deliverable: a single ‘Proof Pack’ — metrics vs Hold, max drawdown reduction, false‑signal rate, and post‑mortems.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Roadmap mindset: Engineer → Scientist → Investor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The point</a:t>
            </a:r>
          </a:p>
          <a:p>
            <a:pPr>
              <a:defRPr sz="2200"/>
            </a:pPr>
            <a:r>
              <a:t>Engineer (book helps here): build the chassis — data, backtesting, execution, logs.</a:t>
            </a:r>
          </a:p>
          <a:p>
            <a:pPr>
              <a:defRPr sz="2200"/>
            </a:pPr>
            <a:r>
              <a:t>Scientist (your edge): throw away ‘book strategies’; research unique signals (futures basis, order book liquidity, flows, microstructure).</a:t>
            </a:r>
          </a:p>
          <a:p>
            <a:pPr>
              <a:defRPr sz="2200"/>
            </a:pPr>
            <a:r>
              <a:t>Investor (proof): backtest your unique hypothesis + run it in Shadow Mode long enough to trust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